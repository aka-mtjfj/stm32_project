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4" r:id="rId4"/>
    <p:sldId id="265" r:id="rId5"/>
    <p:sldId id="266" r:id="rId6"/>
    <p:sldId id="263" r:id="rId7"/>
    <p:sldId id="267" r:id="rId8"/>
    <p:sldId id="268" r:id="rId9"/>
    <p:sldId id="269" r:id="rId10"/>
    <p:sldId id="270" r:id="rId11"/>
    <p:sldId id="271" r:id="rId12"/>
    <p:sldId id="272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26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58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1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23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38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01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30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982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24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16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49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71716-FD82-4AFA-9978-A20B09768409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61697-3364-4C63-90D4-5A04E701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09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6696" y="19622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6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6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的超声波测距实验</a:t>
            </a:r>
            <a:endParaRPr lang="zh-CN" altLang="en-US" sz="6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39840" y="5047488"/>
            <a:ext cx="3401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学习</a:t>
            </a:r>
            <a:r>
              <a:rPr lang="en-US" altLang="zh-CN" sz="2400" dirty="0" smtClean="0"/>
              <a:t>FPGA</a:t>
            </a:r>
            <a:r>
              <a:rPr lang="zh-CN" altLang="en-US" sz="2400" dirty="0" smtClean="0"/>
              <a:t>的电气小兴兴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8633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器件手册的关键信息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6" y="2050742"/>
            <a:ext cx="11509248" cy="406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9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3137" y="112641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器件手册的关键信息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35" y="1494430"/>
            <a:ext cx="11015929" cy="53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3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3137" y="112641"/>
            <a:ext cx="10515600" cy="1325563"/>
          </a:xfrm>
          <a:noFill/>
        </p:spPr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器件手册的关键信息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204"/>
            <a:ext cx="12192000" cy="528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9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51" y="0"/>
            <a:ext cx="6771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1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9" y="1153827"/>
            <a:ext cx="11823983" cy="1714814"/>
          </a:xfrm>
          <a:prstGeom prst="rect">
            <a:avLst/>
          </a:prstGeom>
        </p:spPr>
      </p:pic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755743" y="36345"/>
            <a:ext cx="10530385" cy="1349494"/>
          </a:xfrm>
          <a:noFill/>
        </p:spPr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距离计算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497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755743" y="36345"/>
            <a:ext cx="10530385" cy="1349494"/>
          </a:xfrm>
          <a:noFill/>
        </p:spPr>
        <p:txBody>
          <a:bodyPr/>
          <a:lstStyle/>
          <a:p>
            <a:pPr algn="ctr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523" y="1385839"/>
            <a:ext cx="7008823" cy="547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8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755743" y="36345"/>
            <a:ext cx="10530385" cy="1349494"/>
          </a:xfrm>
          <a:noFill/>
        </p:spPr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模块框图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49" y="1195849"/>
            <a:ext cx="11674852" cy="5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5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755743" y="36345"/>
            <a:ext cx="10530385" cy="1349494"/>
          </a:xfrm>
          <a:noFill/>
        </p:spPr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超声波模块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5134" y="1657407"/>
            <a:ext cx="97019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trig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：超声波触发信号，高电平至少为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10us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同时考虑到信号不要重叠，所以当距离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5000mm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时的来回时间作为超声波触发信号的周期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T=(5/340) * 1000ms = 14.7ms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，来回就是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29.4ms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，所以就让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触发脉冲的周期至少为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30ms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100ms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），高电平时间为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10us</a:t>
            </a: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echo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：回响信号，通过对回响信号的高电平时间计数，计算距离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计算：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s=340*t/2 m   =   340_000 * t /2 mm</a:t>
            </a:r>
          </a:p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记周期数：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=N*10*340_000/1000_000_000/2 mm = N*0.0017 mm =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N*17/10000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当距离为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5000/0.0017=2941176     22bit      ; </a:t>
            </a:r>
          </a:p>
        </p:txBody>
      </p:sp>
    </p:spTree>
    <p:extLst>
      <p:ext uri="{BB962C8B-B14F-4D97-AF65-F5344CB8AC3E}">
        <p14:creationId xmlns:p14="http://schemas.microsoft.com/office/powerpoint/2010/main" val="324176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755743" y="36345"/>
            <a:ext cx="10530385" cy="1349494"/>
          </a:xfrm>
          <a:noFill/>
        </p:spPr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均值滤波模块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51834" y="1385839"/>
            <a:ext cx="5061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、缓存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个距离数据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、对这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个数据做均值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831943" y="2848125"/>
            <a:ext cx="10530385" cy="134949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蜂鸣器、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灯告警模块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28034" y="4197619"/>
            <a:ext cx="7819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、距离小于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5cm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时，蜂鸣器发出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di(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500Hz)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、距离小于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20cm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灯点亮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547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755743" y="36345"/>
            <a:ext cx="10530385" cy="1349494"/>
          </a:xfrm>
          <a:noFill/>
        </p:spPr>
        <p:txBody>
          <a:bodyPr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二进制码转为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8421BCD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码模块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30014" y="2505979"/>
            <a:ext cx="5061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、判断、移位（大于等于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，加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、进行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为数据位宽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75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>
            <a:spLocks/>
          </p:cNvSpPr>
          <p:nvPr/>
        </p:nvSpPr>
        <p:spPr>
          <a:xfrm>
            <a:off x="989974" y="120165"/>
            <a:ext cx="10530385" cy="134949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数码管显示模块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96167" y="1090152"/>
            <a:ext cx="78198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、数码管高电平点亮，高电平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片选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和段选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  _0 = 8'b0011_1111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_1 = 8'b0000_0110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_2 = 8'b0101_1011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_3 = 8'b0100_1111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_4 = 8'b0110_0110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_5 = 8'b0110_1101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_6 = 8'b0111_1101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_7 = 8'b0000_0111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_8 = 8'b0111_1111   ,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_9 = 8'b0110_1111 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眼视觉暂留效应、余晖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效应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、数码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管的动态显示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700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720" y="21893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6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5080" y="5131308"/>
            <a:ext cx="3401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学习</a:t>
            </a:r>
            <a:r>
              <a:rPr lang="en-US" altLang="zh-CN" sz="2400" dirty="0" smtClean="0"/>
              <a:t>FPGA</a:t>
            </a:r>
            <a:r>
              <a:rPr lang="zh-CN" altLang="en-US" sz="2400" dirty="0" smtClean="0"/>
              <a:t>的电气小兴兴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172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264</Words>
  <Application>Microsoft Office PowerPoint</Application>
  <PresentationFormat>宽屏</PresentationFormat>
  <Paragraphs>47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宋体</vt:lpstr>
      <vt:lpstr>微软雅黑</vt:lpstr>
      <vt:lpstr>Arial</vt:lpstr>
      <vt:lpstr>Calibri</vt:lpstr>
      <vt:lpstr>Calibri Light</vt:lpstr>
      <vt:lpstr>Office 主题</vt:lpstr>
      <vt:lpstr>基于FPGA的超声波测距实验</vt:lpstr>
      <vt:lpstr>器件手册的关键信息</vt:lpstr>
      <vt:lpstr>器件手册的关键信息</vt:lpstr>
      <vt:lpstr>器件手册的关键信息</vt:lpstr>
      <vt:lpstr>PowerPoint 演示文稿</vt:lpstr>
      <vt:lpstr>距离计算</vt:lpstr>
      <vt:lpstr>FPGA实现</vt:lpstr>
      <vt:lpstr>模块框图</vt:lpstr>
      <vt:lpstr>超声波模块</vt:lpstr>
      <vt:lpstr>均值滤波模块</vt:lpstr>
      <vt:lpstr>二进制码转为8421BCD码模块</vt:lpstr>
      <vt:lpstr>PowerPoint 演示文稿</vt:lpstr>
      <vt:lpstr>感谢观看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基于FPGA的超声波测距实验</dc:title>
  <dc:creator>Admini</dc:creator>
  <cp:lastModifiedBy>Admini</cp:lastModifiedBy>
  <cp:revision>17</cp:revision>
  <dcterms:created xsi:type="dcterms:W3CDTF">2023-12-25T12:53:40Z</dcterms:created>
  <dcterms:modified xsi:type="dcterms:W3CDTF">2023-12-26T03:40:44Z</dcterms:modified>
</cp:coreProperties>
</file>